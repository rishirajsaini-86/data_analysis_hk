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660400"/>
            <a:ext cx="6095848" cy="4953000"/>
          </a:xfrm>
          <a:prstGeom prst="roundRect">
            <a:avLst>
              <a:gd name="adj" fmla="val 3692"/>
            </a:avLst>
          </a:prstGeom>
          <a:solidFill>
            <a:srgbClr val="0B1930">
              <a:alpha val="8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7572" y="1041400"/>
            <a:ext cx="584185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F5F8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7572" y="1309985"/>
            <a:ext cx="5232269" cy="115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63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Food Delivery</a:t>
            </a:r>
            <a:endParaRPr lang="en-US" sz="4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200" spc="-63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Order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17572" y="2654102"/>
            <a:ext cx="523226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Exploratory Data Analysis &amp; Business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572" y="3388122"/>
            <a:ext cx="584185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raw orders into reliable business intelligence.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7572" y="3810992"/>
            <a:ext cx="5232269" cy="89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050" dirty="0">
                <a:solidFill>
                  <a:srgbClr val="F5F8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operations · customers · restaurants · revenue · delivery efficiency</a:t>
            </a: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050" dirty="0">
                <a:solidFill>
                  <a:srgbClr val="F5F8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Toolkit: Python · Pandas · NumPy · Matplotlib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572" y="4866184"/>
            <a:ext cx="5232269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: Rishi Raj Saini</a:t>
            </a:r>
            <a:endParaRPr lang="en-US" sz="1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 : Arya College of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7572" y="5623024"/>
            <a:ext cx="5232269" cy="229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  <a:p>
            <a:pPr algn="l" indent="0" marL="0">
              <a:lnSpc>
                <a:spcPct val="117000"/>
              </a:lnSpc>
              <a:spcAft>
                <a:spcPts val="1250"/>
              </a:spcAft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1163290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8A3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5118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Raw order data hides the decisions that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972965"/>
            <a:ext cx="5384665" cy="202317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30" y="2207915"/>
            <a:ext cx="512432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53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Data quality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9130" y="2559645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Make the story readable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19130" y="2987873"/>
            <a:ext cx="486397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and inconsistent formats obscure the real story. Incorrect data types weaken demand and revenue analysis.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48244" y="1972965"/>
            <a:ext cx="5384665" cy="202317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587" y="2207915"/>
            <a:ext cx="512432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53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Operational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8587" y="2559645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Expose what the fields hide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6508587" y="2987873"/>
            <a:ext cx="486397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Unstructured fields hide delivery issues and order failures. The goal is reliable, understandable, actionable insight.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8786" y="4300934"/>
            <a:ext cx="11074123" cy="1009551"/>
          </a:xfrm>
          <a:prstGeom prst="rect">
            <a:avLst/>
          </a:prstGeom>
          <a:solidFill>
            <a:srgbClr val="E9EFF7"/>
          </a:solidFill>
          <a:ln/>
        </p:spPr>
      </p:sp>
      <p:sp>
        <p:nvSpPr>
          <p:cNvPr id="13" name="Text 11"/>
          <p:cNvSpPr/>
          <p:nvPr/>
        </p:nvSpPr>
        <p:spPr>
          <a:xfrm>
            <a:off x="812780" y="4529534"/>
            <a:ext cx="108201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users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2780" y="4824115"/>
            <a:ext cx="1082012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3142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Platforms · restaurants · operations · analysts · marketing · decision-makers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655828" y="6539210"/>
            <a:ext cx="53586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595166"/>
            <a:ext cx="384552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863751"/>
            <a:ext cx="3388335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21,321 orders. 29 columns.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6990" y="1710829"/>
          <a:ext cx="9143771" cy="914400"/>
        </p:xfrm>
        <a:graphic>
          <a:graphicData uri="http://schemas.openxmlformats.org/drawingml/2006/table">
            <a:tbl>
              <a:tblPr/>
              <a:tblGrid>
                <a:gridCol w="1564204"/>
                <a:gridCol w="4953313"/>
              </a:tblGrid>
              <a:tr h="4113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B19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Field group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B19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contains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 fields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Order, restaurant, status, time, location, category.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1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Commercial fields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Subtotal, discounts, total, rating.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1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 fields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Distance, KPT duration, rider wait time.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1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Experience fields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Complaints and cancellation/rejection reasons.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5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Challenges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142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values · inconsistent text · string dates · “&lt;1km” distances · duplicates · incomplete customer or delivery information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C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54836" y="6539210"/>
            <a:ext cx="53685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8914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38499" y="381000"/>
            <a:ext cx="815319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38499" y="649585"/>
            <a:ext cx="7670608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From raw CSV to decision support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038499" y="1272580"/>
            <a:ext cx="3759106" cy="1390749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48044" y="1431330"/>
            <a:ext cx="80900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248044" y="168910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8" name="Text 5"/>
          <p:cNvSpPr/>
          <p:nvPr/>
        </p:nvSpPr>
        <p:spPr>
          <a:xfrm>
            <a:off x="4248044" y="1818580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Raw CSV Data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248044" y="2246809"/>
            <a:ext cx="354956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source file.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950001" y="1272580"/>
            <a:ext cx="3759106" cy="1390749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9546" y="1431330"/>
            <a:ext cx="84581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159546" y="168910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3" name="Text 10"/>
          <p:cNvSpPr/>
          <p:nvPr/>
        </p:nvSpPr>
        <p:spPr>
          <a:xfrm>
            <a:off x="8159546" y="1818580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Understanding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8159546" y="2246809"/>
            <a:ext cx="354956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structure and meaning.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038499" y="2815630"/>
            <a:ext cx="3759106" cy="164852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48044" y="2974380"/>
            <a:ext cx="84829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248044" y="323215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8" name="Text 15"/>
          <p:cNvSpPr/>
          <p:nvPr/>
        </p:nvSpPr>
        <p:spPr>
          <a:xfrm>
            <a:off x="4248044" y="3361630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Cleaning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4248044" y="3789859"/>
            <a:ext cx="33400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and resolve quality issues.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950001" y="2815630"/>
            <a:ext cx="3759106" cy="164852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59546" y="2974380"/>
            <a:ext cx="85375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8159546" y="323215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3" name="Text 20"/>
          <p:cNvSpPr/>
          <p:nvPr/>
        </p:nvSpPr>
        <p:spPr>
          <a:xfrm>
            <a:off x="8159546" y="3361630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Validation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8159546" y="3789859"/>
            <a:ext cx="33400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whether the cleaned layer holds.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4038499" y="4616450"/>
            <a:ext cx="3759106" cy="164852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8044" y="4775200"/>
            <a:ext cx="8438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4248044" y="503297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8" name="Text 25"/>
          <p:cNvSpPr/>
          <p:nvPr/>
        </p:nvSpPr>
        <p:spPr>
          <a:xfrm>
            <a:off x="4248044" y="5162451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29" name="Text 26"/>
          <p:cNvSpPr/>
          <p:nvPr/>
        </p:nvSpPr>
        <p:spPr>
          <a:xfrm>
            <a:off x="4248044" y="5590679"/>
            <a:ext cx="354956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reusable analytical fields.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950001" y="4616450"/>
            <a:ext cx="3759106" cy="164852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59546" y="4775200"/>
            <a:ext cx="8488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8159546" y="5032970"/>
            <a:ext cx="3340016" cy="1905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3" name="Text 30"/>
          <p:cNvSpPr/>
          <p:nvPr/>
        </p:nvSpPr>
        <p:spPr>
          <a:xfrm>
            <a:off x="8159546" y="5162451"/>
            <a:ext cx="3340016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EDA → Insights</a:t>
            </a:r>
            <a:endParaRPr lang="en-US" sz="2150" dirty="0"/>
          </a:p>
        </p:txBody>
      </p:sp>
      <p:sp>
        <p:nvSpPr>
          <p:cNvPr id="34" name="Text 31"/>
          <p:cNvSpPr/>
          <p:nvPr/>
        </p:nvSpPr>
        <p:spPr>
          <a:xfrm>
            <a:off x="8159546" y="5590679"/>
            <a:ext cx="33400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toward dashboard / decision support.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4038499" y="6430070"/>
            <a:ext cx="815319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Pandas: manipulation · NumPy: numerical operations · Matplotlib + Seaborn: visual storytelling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651165" y="6539210"/>
            <a:ext cx="54053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102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2578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Clean once. Reuse everywhere.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78955"/>
            <a:ext cx="5384665" cy="202317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30" y="1713905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065635"/>
            <a:ext cx="49147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Make fields consistent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30" y="2493863"/>
            <a:ext cx="491477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column names and remove unwanted spaces. Profile missing values and handle them by business meaning.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48244" y="1478955"/>
            <a:ext cx="5384665" cy="202317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188" y="1713905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83188" y="2065635"/>
            <a:ext cx="49147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Protect the analytical layer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6483188" y="2493863"/>
            <a:ext cx="49147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duplicates and validate numerical values. Convert dates to datetime and distance to numeric form.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8786" y="3806825"/>
            <a:ext cx="5384665" cy="1765399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730" y="4041775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3730" y="4393505"/>
            <a:ext cx="49147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Year · Month · Day · Hour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3730" y="4821734"/>
            <a:ext cx="49147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Day Name and Weekday/Weekend for repeatable demand analysis.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48244" y="3806825"/>
            <a:ext cx="5384665" cy="1765399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188" y="4041775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 status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83188" y="4393505"/>
            <a:ext cx="49147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Turn fields into signals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6483188" y="4821734"/>
            <a:ext cx="49147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Time Period · Is Delivered · Is Non-Delivered · Has Rating.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8786" y="5876925"/>
            <a:ext cx="11074123" cy="965895"/>
          </a:xfrm>
          <a:prstGeom prst="rect">
            <a:avLst/>
          </a:prstGeom>
          <a:solidFill>
            <a:srgbClr val="E9EFF7"/>
          </a:solidFill>
          <a:ln/>
        </p:spPr>
      </p:sp>
      <p:sp>
        <p:nvSpPr>
          <p:cNvPr id="21" name="Text 19"/>
          <p:cNvSpPr/>
          <p:nvPr/>
        </p:nvSpPr>
        <p:spPr>
          <a:xfrm>
            <a:off x="787380" y="6105525"/>
            <a:ext cx="108455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7380" y="6457255"/>
            <a:ext cx="1061693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Missing does not always mean zero.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658011" y="6539210"/>
            <a:ext cx="53368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B044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25785"/>
            <a:ext cx="11277318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EDA turns operations into measurable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478955"/>
            <a:ext cx="3682908" cy="2060277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2133" y="1713905"/>
            <a:ext cx="344796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5D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2133" y="2065635"/>
            <a:ext cx="3213020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When is demand highest?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92133" y="2788741"/>
            <a:ext cx="321302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Hour, day, month, weekday versus weekend.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2493" y="1478955"/>
            <a:ext cx="3606710" cy="2060277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7437" y="1713905"/>
            <a:ext cx="337176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5D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7437" y="2065635"/>
            <a:ext cx="3136822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 performs?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527437" y="2493863"/>
            <a:ext cx="313682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Restaurant, category, and subzone demand.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51599" y="1478955"/>
            <a:ext cx="3682908" cy="2060277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6543" y="1713905"/>
            <a:ext cx="344796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5D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86543" y="2065635"/>
            <a:ext cx="3213020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 is the order value?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8286543" y="2493863"/>
            <a:ext cx="344796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value and discount behavior.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189" y="3691632"/>
            <a:ext cx="3682908" cy="2060277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133" y="3926582"/>
            <a:ext cx="344796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5D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2133" y="4278313"/>
            <a:ext cx="3213020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Where does delivery slow?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692133" y="5001419"/>
            <a:ext cx="321302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Distance, KPT duration, rider wait time, and order status.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92493" y="3691632"/>
            <a:ext cx="3606710" cy="2060277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7437" y="3926582"/>
            <a:ext cx="337176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5D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7437" y="4278313"/>
            <a:ext cx="3136822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 do customers feel?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4527437" y="5001419"/>
            <a:ext cx="337176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and customer complaints.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051599" y="3691632"/>
            <a:ext cx="3682908" cy="2060277"/>
          </a:xfrm>
          <a:prstGeom prst="rect">
            <a:avLst/>
          </a:prstGeom>
          <a:solidFill>
            <a:srgbClr val="E9EFF7"/>
          </a:solidFill>
          <a:ln/>
        </p:spPr>
      </p:sp>
      <p:sp>
        <p:nvSpPr>
          <p:cNvPr id="25" name="Text 23"/>
          <p:cNvSpPr/>
          <p:nvPr/>
        </p:nvSpPr>
        <p:spPr>
          <a:xfrm>
            <a:off x="8280193" y="3920232"/>
            <a:ext cx="34543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toolkit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80193" y="4214813"/>
            <a:ext cx="322571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3142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Bar · line · histogram · scatter · KPI modules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80193" y="4838303"/>
            <a:ext cx="32257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rule: populate charts with actual dataset results.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54538" y="6539210"/>
            <a:ext cx="53715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716262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0B1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25785"/>
            <a:ext cx="6807030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analytical layer. Many business decisions.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787624"/>
            <a:ext cx="2167379" cy="2507754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30" y="2022574"/>
            <a:ext cx="193243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374305"/>
            <a:ext cx="1697491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Demand trends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30" y="3097411"/>
            <a:ext cx="16974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actual analysis output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78562" y="1787624"/>
            <a:ext cx="2167379" cy="2507754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3506" y="2022574"/>
            <a:ext cx="193243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13506" y="2374305"/>
            <a:ext cx="1697491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Restaurant performance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3113506" y="3097411"/>
            <a:ext cx="16974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actual analysis 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98337" y="1787624"/>
            <a:ext cx="2167379" cy="2507754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281" y="2022574"/>
            <a:ext cx="193243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33281" y="2374305"/>
            <a:ext cx="1697491" cy="11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Revenue · delivery · customer experience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433281" y="3687167"/>
            <a:ext cx="16974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actual analysis 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8786" y="4460478"/>
            <a:ext cx="680703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peak demand · compare performance · monitor patterns · study rejected and returned orders · understand satisfaction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189" y="6539210"/>
            <a:ext cx="68260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· NEXT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2578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48" kern="0" dirty="0">
                <a:solidFill>
                  <a:srgbClr val="0B193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Move from assumptions to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78955"/>
            <a:ext cx="5384665" cy="198378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30" y="1663105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insight slots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30" y="2014835"/>
            <a:ext cx="49147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Replace with findings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93730" y="2443063"/>
            <a:ext cx="491477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· Revenue · Restaurant · Delivery · Customer Experience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30" y="3066554"/>
            <a:ext cx="51497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until the dataset is analyzed.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76838" y="1656755"/>
            <a:ext cx="51560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38" y="2008485"/>
            <a:ext cx="492747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Data-driven decision-making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6476838" y="2436713"/>
            <a:ext cx="515607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placeholders after the dataset is analyzed.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8786" y="3767534"/>
            <a:ext cx="3488146" cy="220474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730" y="3951684"/>
            <a:ext cx="325320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3730" y="4303415"/>
            <a:ext cx="301825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Forecast &amp; segment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93730" y="4731643"/>
            <a:ext cx="301825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and demand forecasting. Customer segmentation and delivery-time prediction.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51725" y="3767534"/>
            <a:ext cx="3488146" cy="2204740"/>
          </a:xfrm>
          <a:prstGeom prst="rect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6669" y="3951684"/>
            <a:ext cx="325320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6669" y="4303415"/>
            <a:ext cx="301825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0B19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Monitor &amp; recommend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4586669" y="4731643"/>
            <a:ext cx="30182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Restaurant monitoring and recommendation systems.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144663" y="3767534"/>
            <a:ext cx="3488246" cy="2204740"/>
          </a:xfrm>
          <a:prstGeom prst="rect">
            <a:avLst/>
          </a:prstGeom>
          <a:solidFill>
            <a:srgbClr val="E9EFF7"/>
          </a:solidFill>
          <a:ln/>
        </p:spPr>
      </p:sp>
      <p:sp>
        <p:nvSpPr>
          <p:cNvPr id="21" name="Text 19"/>
          <p:cNvSpPr/>
          <p:nvPr/>
        </p:nvSpPr>
        <p:spPr>
          <a:xfrm>
            <a:off x="8373258" y="3945334"/>
            <a:ext cx="325965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input needed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73258" y="4297065"/>
            <a:ext cx="3031057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50" spc="-32" kern="0" dirty="0">
                <a:solidFill>
                  <a:srgbClr val="31425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Attach the dataset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8373258" y="4725293"/>
            <a:ext cx="303105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placeholders with real findings.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654737" y="6539210"/>
            <a:ext cx="536958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54538" y="6539210"/>
            <a:ext cx="53715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14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65840" y="1137345"/>
            <a:ext cx="6349841" cy="4318000"/>
          </a:xfrm>
          <a:prstGeom prst="roundRect">
            <a:avLst>
              <a:gd name="adj" fmla="val 4235"/>
            </a:avLst>
          </a:prstGeom>
          <a:solidFill>
            <a:srgbClr val="0B1930">
              <a:alpha val="8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8428" y="1569145"/>
            <a:ext cx="599425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88" kern="0" dirty="0">
                <a:solidFill>
                  <a:srgbClr val="F5F8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 ORDER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8428" y="1837730"/>
            <a:ext cx="5384665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69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148428" y="2606080"/>
            <a:ext cx="599425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5F8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keep the conversation going.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2026-09-25T04:42:41Z</dcterms:created>
  <dcterms:modified xsi:type="dcterms:W3CDTF">2026-09-25T04:42:41Z</dcterms:modified>
</cp:coreProperties>
</file>